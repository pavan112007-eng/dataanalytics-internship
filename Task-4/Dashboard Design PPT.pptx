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AD05-2673-CB6F-A478-0A966F0F5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24B45-640C-7A15-59F8-F892CAE0F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68314-E803-9476-DA88-A1C0D6D33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3188-A52B-7920-5D91-6A5C34E4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F766-5AAD-CF12-9081-58A4E8F8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8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7B7-8F75-FEB0-4BC1-530C17EB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DC8F-498A-D177-CDE2-1454F5218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8100A-ECCE-A31F-992E-CE656CCF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002DF-D3B2-102E-61CA-D9C32DF8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7D5E-DDA6-08CB-FDDB-6FC91615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96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F101-0F6B-9639-0283-4DDF8763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FFFBD-A470-E7A2-400F-6208F494F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8AF86-EACF-ED95-BDE9-991BD2E0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9CE18-9390-0A4C-6590-A44D2662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E1F8B-F2DB-FB55-7F68-3335574A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8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6965-4472-DC22-F45E-3009F77E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F7D2E-2AE2-3209-07D4-9ACDD677C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BE13A-32F9-700E-6A59-AC831152A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A6E0F-D42E-E0AB-0045-783FFB4E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F8C88-8E3E-54D9-AD14-A8B2F9C02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27E9-5B48-46F5-E728-C7991591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8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F44D-EC97-0E8B-A29F-11FF105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1E2D3-478B-5483-FB07-67B2A3984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E8C6E-CBC6-BCC6-1F32-AA17B56A7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5BBF6-2AF6-8A7F-4E2E-EE561FD49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E17DD-E525-FC53-37A2-074EE7629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11775-05B5-9D5D-DCB7-45705FF2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D2E1-A1FB-996A-F604-3CF64848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D960E-E732-2EFF-762E-406FE22B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57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C595-EA3B-9BF1-3B7B-DDC11929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80AC6-A3C5-6A47-8F68-780064A7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7FEE5-3DF4-92CE-0D38-4F158692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7A703-1245-34F1-D1D9-8279C932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DC154-B14B-FD6F-BD27-FC1D0E0E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E22C7-5821-2F68-E59C-BFE0C48E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6788A-5557-CFD2-876F-83271703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98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745C-25E7-3164-C3C7-1618D85B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9234F-52C2-1664-1897-43EE5B71E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EA238-6C1A-3DC3-A0B1-BCA6D0655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D93F8-2566-EB7A-FFF4-76261840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EE165-C0F3-7AC4-F3B5-216EA61E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C38D9-68F7-44C8-1BA0-AABEE6FD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00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3D7E-93BF-3461-34F2-79783B88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629F6-14DE-32AD-49B5-FFF6B564A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FC800-8CAC-01D6-73EF-580DD79B0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E3130-FE2D-3B7A-F84F-8500085B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42A4A-AEC3-87D6-2E14-68F25A6E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DAC70-D98D-95C8-8C7A-900631B7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83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90CF-9C00-EBC7-2594-A31FF361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75-D584-BAF8-EB86-BE3363003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596C8-258A-F80A-2443-4B6EF64C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55762-1C6E-3957-F9DB-2E5CA777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5B9C6-9981-DBA4-7AF4-9CA0C5BA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9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5C707-C5D3-513F-54A0-DE877CD4E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D9A53-BFD1-4CCF-F719-AC26CF895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20053-B37A-2688-E0A4-159A3AD1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E458-6C1C-92D1-394E-AF7EC315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DC2B-2CA2-7D5A-38B6-B41F1B48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1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7CC74-B1BC-F3EB-32D0-E2E7E23F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08597-9F3A-84D7-1E66-722609E83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D1AF-366B-D3FA-B55D-2CBE601F2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55EE1-F58F-483A-980E-7C9D16130F73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906E-084C-75AA-687E-8B31C6E27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748ED-E05D-9BD9-34F0-FB388498A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6F287-DD6B-47A1-8F74-A695848C7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29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3854-EC89-5BA4-B308-40E8AECB8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Dashboard Design: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0076A-38CD-4D96-6284-CA3BF9A06E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Bank Customer Analysis Dashboard</a:t>
            </a:r>
          </a:p>
          <a:p>
            <a:endParaRPr lang="en-US" dirty="0"/>
          </a:p>
          <a:p>
            <a:r>
              <a:rPr lang="en-US" dirty="0"/>
              <a:t>CHIVUKULA PAVAN KALYAN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54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EEB-47F7-7133-8881-2240CBF4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C53-3103-D07C-9E01-EF1370CEA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Objectives of the Task</a:t>
            </a:r>
          </a:p>
          <a:p>
            <a:r>
              <a:rPr lang="en-IN" dirty="0"/>
              <a:t>The objective of this project is to design an interactive Power BI dashboard for </a:t>
            </a:r>
            <a:r>
              <a:rPr lang="en-IN" dirty="0" err="1"/>
              <a:t>analyzing</a:t>
            </a:r>
            <a:r>
              <a:rPr lang="en-IN" dirty="0"/>
              <a:t> customer </a:t>
            </a:r>
            <a:r>
              <a:rPr lang="en-IN" dirty="0" err="1"/>
              <a:t>behavior</a:t>
            </a:r>
            <a:r>
              <a:rPr lang="en-IN" dirty="0"/>
              <a:t> and deposit subscriptions using the Bank Marketing Dataset.</a:t>
            </a:r>
          </a:p>
          <a:p>
            <a:r>
              <a:rPr lang="en-IN" dirty="0"/>
              <a:t>The dashboard helps identify:</a:t>
            </a:r>
          </a:p>
          <a:p>
            <a:r>
              <a:rPr lang="en-IN" dirty="0"/>
              <a:t>Customer demographics </a:t>
            </a:r>
          </a:p>
          <a:p>
            <a:r>
              <a:rPr lang="en-IN" dirty="0"/>
              <a:t>Deposit subscription patterns </a:t>
            </a:r>
          </a:p>
          <a:p>
            <a:r>
              <a:rPr lang="en-IN" dirty="0"/>
              <a:t>Campaign effectiveness </a:t>
            </a:r>
          </a:p>
          <a:p>
            <a:r>
              <a:rPr lang="en-IN" dirty="0"/>
              <a:t>Monthly trends </a:t>
            </a:r>
          </a:p>
          <a:p>
            <a:r>
              <a:rPr lang="en-IN" dirty="0"/>
              <a:t>Business opportunities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3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2E25-C73B-3C8B-6988-58AE9F1E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Dataset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536E-FFC9-6079-DE74-45CB286B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The Bank Marketing Dataset contains customer information collected during marketing campaigns.</a:t>
            </a:r>
          </a:p>
          <a:p>
            <a:r>
              <a:rPr lang="en-IN" b="1" dirty="0"/>
              <a:t>Key Attributes: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Job </a:t>
            </a:r>
          </a:p>
          <a:p>
            <a:r>
              <a:rPr lang="en-IN" dirty="0"/>
              <a:t>Marital Status </a:t>
            </a:r>
          </a:p>
          <a:p>
            <a:r>
              <a:rPr lang="en-IN" dirty="0"/>
              <a:t>Education </a:t>
            </a:r>
          </a:p>
          <a:p>
            <a:r>
              <a:rPr lang="en-IN" dirty="0"/>
              <a:t>Account Balance </a:t>
            </a:r>
          </a:p>
          <a:p>
            <a:r>
              <a:rPr lang="en-IN" dirty="0"/>
              <a:t>Campaign Contacts </a:t>
            </a:r>
          </a:p>
          <a:p>
            <a:r>
              <a:rPr lang="en-IN" dirty="0"/>
              <a:t>Month </a:t>
            </a:r>
          </a:p>
          <a:p>
            <a:r>
              <a:rPr lang="en-IN" dirty="0"/>
              <a:t>Deposit Subscription (Yes/No) </a:t>
            </a:r>
          </a:p>
          <a:p>
            <a:r>
              <a:rPr lang="en-IN" b="1" dirty="0"/>
              <a:t>Target Variable:</a:t>
            </a:r>
          </a:p>
          <a:p>
            <a:r>
              <a:rPr lang="en-IN" b="1" dirty="0"/>
              <a:t>Deposit</a:t>
            </a:r>
            <a:endParaRPr lang="en-IN" dirty="0"/>
          </a:p>
          <a:p>
            <a:r>
              <a:rPr lang="en-IN" dirty="0"/>
              <a:t>Determines whether a customer subscribed to a term deposit.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94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D711-B51B-9617-6153-927D3B2E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Key Performance Indicators(KPI’s)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4911-E9E5-C271-C62D-A38C3F26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Dashboard KPIs</a:t>
            </a:r>
          </a:p>
          <a:p>
            <a:r>
              <a:rPr lang="en-IN" b="1" dirty="0"/>
              <a:t>Total Customers</a:t>
            </a:r>
          </a:p>
          <a:p>
            <a:r>
              <a:rPr lang="en-IN" b="1" dirty="0"/>
              <a:t>11.162K</a:t>
            </a:r>
            <a:endParaRPr lang="en-IN" dirty="0"/>
          </a:p>
          <a:p>
            <a:r>
              <a:rPr lang="en-IN" dirty="0"/>
              <a:t>Total number of customers in the dataset.</a:t>
            </a:r>
          </a:p>
          <a:p>
            <a:r>
              <a:rPr lang="en-IN" b="1" dirty="0"/>
              <a:t>Total Deposits</a:t>
            </a:r>
          </a:p>
          <a:p>
            <a:r>
              <a:rPr lang="en-IN" b="1" dirty="0"/>
              <a:t>5K</a:t>
            </a:r>
            <a:endParaRPr lang="en-IN" dirty="0"/>
          </a:p>
          <a:p>
            <a:r>
              <a:rPr lang="en-IN" dirty="0"/>
              <a:t>Customers who subscribed to deposits.</a:t>
            </a:r>
          </a:p>
          <a:p>
            <a:r>
              <a:rPr lang="en-IN" b="1" dirty="0"/>
              <a:t>Deposit Rate</a:t>
            </a:r>
          </a:p>
          <a:p>
            <a:r>
              <a:rPr lang="en-IN" b="1" dirty="0"/>
              <a:t>47.38%</a:t>
            </a:r>
            <a:endParaRPr lang="en-IN" dirty="0"/>
          </a:p>
          <a:p>
            <a:r>
              <a:rPr lang="en-IN" dirty="0"/>
              <a:t>Percentage of customers who accepted the deposit offer.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59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0B44-C32A-F384-8995-BF02854B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Customer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EF3F-D508-386E-2B40-F0F4BCAAB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Customer Demographics Analysis</a:t>
            </a:r>
          </a:p>
          <a:p>
            <a:r>
              <a:rPr lang="en-IN" b="1" dirty="0"/>
              <a:t>Deposits by Job</a:t>
            </a:r>
          </a:p>
          <a:p>
            <a:r>
              <a:rPr lang="en-IN" dirty="0"/>
              <a:t>Management employees show strong deposit participation. </a:t>
            </a:r>
          </a:p>
          <a:p>
            <a:r>
              <a:rPr lang="en-IN" dirty="0"/>
              <a:t>Blue-collar and technician categories also contribute significantly. </a:t>
            </a:r>
          </a:p>
          <a:p>
            <a:r>
              <a:rPr lang="en-IN" b="1" dirty="0"/>
              <a:t>Education Analysis</a:t>
            </a:r>
          </a:p>
          <a:p>
            <a:r>
              <a:rPr lang="en-IN" dirty="0"/>
              <a:t>Deposit subscriptions vary across education levels. </a:t>
            </a:r>
          </a:p>
          <a:p>
            <a:r>
              <a:rPr lang="en-IN" dirty="0"/>
              <a:t>Secondary and tertiary education groups represent a large portion of customers. </a:t>
            </a:r>
          </a:p>
          <a:p>
            <a:r>
              <a:rPr lang="en-IN" b="1" dirty="0"/>
              <a:t>Marital Status Analysis</a:t>
            </a:r>
          </a:p>
          <a:p>
            <a:r>
              <a:rPr lang="en-IN" dirty="0"/>
              <a:t>Married customers form the largest customer segment. </a:t>
            </a:r>
          </a:p>
          <a:p>
            <a:r>
              <a:rPr lang="en-IN" dirty="0"/>
              <a:t>Single and divorced customers represent smaller proportions.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22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CA95-5A83-B3FE-42CE-A5DF0207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Financial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FFCB5-61B8-4C6B-0889-D830F3AD4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Account Balance Analysis</a:t>
            </a:r>
          </a:p>
          <a:p>
            <a:r>
              <a:rPr lang="en-IN" b="1" dirty="0"/>
              <a:t>Average Balance by Job</a:t>
            </a:r>
          </a:p>
          <a:p>
            <a:r>
              <a:rPr lang="en-IN" dirty="0"/>
              <a:t>Key observations:</a:t>
            </a:r>
          </a:p>
          <a:p>
            <a:r>
              <a:rPr lang="en-IN" dirty="0"/>
              <a:t>Retired customers have the highest average account balance. </a:t>
            </a:r>
          </a:p>
          <a:p>
            <a:r>
              <a:rPr lang="en-IN" dirty="0"/>
              <a:t>Management and self-employed customers maintain strong balances. </a:t>
            </a:r>
          </a:p>
          <a:p>
            <a:r>
              <a:rPr lang="en-IN" dirty="0"/>
              <a:t>Higher balances may increase the likelihood of deposit subscriptions. </a:t>
            </a:r>
          </a:p>
          <a:p>
            <a:r>
              <a:rPr lang="en-IN" b="1" dirty="0"/>
              <a:t>Business Impact</a:t>
            </a:r>
          </a:p>
          <a:p>
            <a:r>
              <a:rPr lang="en-IN" dirty="0"/>
              <a:t>Customer financial status plays an important role in marketing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16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E80B-3DB4-1C0B-D62D-19DC4689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Trend and Campaign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39302-2466-E946-D98F-2417AF3D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Monthly Deposit Trends</a:t>
            </a:r>
          </a:p>
          <a:p>
            <a:r>
              <a:rPr lang="en-IN" dirty="0"/>
              <a:t>Deposit subscriptions vary across months. </a:t>
            </a:r>
          </a:p>
          <a:p>
            <a:r>
              <a:rPr lang="en-IN" dirty="0"/>
              <a:t>Certain months show stronger customer engagement. </a:t>
            </a:r>
          </a:p>
          <a:p>
            <a:r>
              <a:rPr lang="en-IN" b="1" dirty="0"/>
              <a:t>Campaign Performance</a:t>
            </a:r>
          </a:p>
          <a:p>
            <a:r>
              <a:rPr lang="en-IN" b="1" dirty="0"/>
              <a:t>Campaign Contacts vs Account Balance</a:t>
            </a:r>
          </a:p>
          <a:p>
            <a:r>
              <a:rPr lang="en-IN" dirty="0"/>
              <a:t>Analysis indicates:</a:t>
            </a:r>
          </a:p>
          <a:p>
            <a:r>
              <a:rPr lang="en-IN" dirty="0"/>
              <a:t>Marketing campaign effectiveness differs among customer groups. </a:t>
            </a:r>
          </a:p>
          <a:p>
            <a:r>
              <a:rPr lang="en-IN" dirty="0"/>
              <a:t>Customer balance influences campaign response. </a:t>
            </a:r>
          </a:p>
          <a:p>
            <a:r>
              <a:rPr lang="en-IN" dirty="0"/>
              <a:t>Data can be used to optimize future marketing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6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2791-C8E8-9C2A-DBC3-0E13A091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Key Insights from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D198B-484B-3A6A-FBE0-4822391A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Business Insights</a:t>
            </a:r>
          </a:p>
          <a:p>
            <a:r>
              <a:rPr lang="en-IN" dirty="0"/>
              <a:t>Nearly half of customers subscribed to deposits. </a:t>
            </a:r>
          </a:p>
          <a:p>
            <a:r>
              <a:rPr lang="en-IN" dirty="0"/>
              <a:t>Customer demographics significantly influence subscription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r>
              <a:rPr lang="en-IN" dirty="0"/>
              <a:t>Retired and management customers maintain higher balances. </a:t>
            </a:r>
          </a:p>
          <a:p>
            <a:r>
              <a:rPr lang="en-IN" dirty="0"/>
              <a:t>Married customers represent the largest customer group. </a:t>
            </a:r>
          </a:p>
          <a:p>
            <a:r>
              <a:rPr lang="en-IN" dirty="0"/>
              <a:t>Deposit subscriptions show noticeable monthly trends. </a:t>
            </a:r>
          </a:p>
          <a:p>
            <a:r>
              <a:rPr lang="en-IN" dirty="0"/>
              <a:t>Interactive filters enable detailed customer segment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2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B38C-74F2-8F3F-8C7E-F5645462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C515-3077-89E8-9060-377698218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Power BI dashboard successfully transforms raw customer data into meaningful insights. The dashboard provides decision-makers with an interactive platform for monitoring customer </a:t>
            </a:r>
            <a:r>
              <a:rPr lang="en-IN" dirty="0" err="1"/>
              <a:t>behavior</a:t>
            </a:r>
            <a:r>
              <a:rPr lang="en-IN" dirty="0"/>
              <a:t>, evaluating campaign performance, and supporting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38990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Dashboard Design:</vt:lpstr>
      <vt:lpstr>                        Project Objectives</vt:lpstr>
      <vt:lpstr>                         Dataset Information</vt:lpstr>
      <vt:lpstr>           Key Performance Indicators(KPI’s)</vt:lpstr>
      <vt:lpstr>                        Customer Analysis</vt:lpstr>
      <vt:lpstr>                      Financial Analysis</vt:lpstr>
      <vt:lpstr>             Trend and Campaign Analysis</vt:lpstr>
      <vt:lpstr>              Key Insights from Dashboard</vt:lpstr>
      <vt:lpstr>   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Kalyan</dc:creator>
  <cp:lastModifiedBy>Pavan Kalyan</cp:lastModifiedBy>
  <cp:revision>1</cp:revision>
  <dcterms:created xsi:type="dcterms:W3CDTF">2026-06-04T15:39:19Z</dcterms:created>
  <dcterms:modified xsi:type="dcterms:W3CDTF">2026-06-04T15:39:35Z</dcterms:modified>
</cp:coreProperties>
</file>